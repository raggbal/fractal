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一枚目タイトル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吾輩は猫である。名前はまだ無い。</a:t>
            </a:r>
          </a:p>
          <a:p>
            <a:r>
              <a:t>First slide body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国境の長いトンネルを抜けると雪国であった。</a:t>
            </a:r>
          </a:p>
          <a:p>
            <a:r>
              <a:t>Second slide body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三枚目 Third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A&amp;B &lt;tag&gt; "quoted" it's 数値参照テスト</a:t>
            </a:r>
          </a:p>
          <a:p>
            <a:r>
              <a:t>Third slide 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