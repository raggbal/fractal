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1F5D07A-3FAC-4108-BC12-1DAA5EBAD53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85AE983-7DA5-43F7-B8A5-8DF5AF7954F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2571658-23B1-4F9D-9591-483E8606AC4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AFCD809-27CD-4AC3-B12F-5FA001DBC94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7A2577F-8686-46FA-B3D9-FEBE5A887F4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5EE3206-80EC-4683-99AE-46C4DB31CC3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E48419F-A02A-42F2-A9EE-D18654D4A51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1AE3053-4FA3-4F9A-BCE7-0698CC7C0A3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E8BB5D6-4333-427D-9E32-E5D2B1967B5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05DE0D2-7B85-4AB4-A570-7450E0EE3E3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CAEC4D9-2506-4247-A118-FD2C0AD0E6B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ja-JP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一枚目タイトル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吾輩は猫である。名前はまだ無い。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First slide body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Slide Title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国境の長いトンネルを抜けると雪国であった。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slide body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ja-JP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三枚目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A&amp;B &lt;tag&gt; "quoted" it's </a:t>
            </a: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数値参照テスト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slide body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LibreOffice/26.2.3.2$MacOSX_AARCH64 LibreOffice_project/70e089b17412e4cb7773e41413306b17a2328c34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ja-JP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